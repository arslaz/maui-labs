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0000" y="300000"/>
            <a:ext cx="5500000" cy="2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ВУЧЭБНЫ ПРАЕКТ · БЕЛАРУСКАЯ МОВА (ПРАФЕСІЙНАЯ ЛЕКСІКА)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0" y="300000"/>
            <a:ext cx="1700000" cy="2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2026 ГОД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680000"/>
            <a:ext cx="11192000" cy="38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0000" y="800000"/>
            <a:ext cx="80000" cy="356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000" y="950000"/>
            <a:ext cx="2600000" cy="36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980000"/>
            <a:ext cx="26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ТЭМАТЫЧНЫ СЛОЎНІК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1400000"/>
            <a:ext cx="10500000" cy="13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Calibri"/>
              </a:defRPr>
            </a:pPr>
            <a:r>
              <a:t>Слоўнік тэрмінаў праграмавання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2550000"/>
            <a:ext cx="10200000" cy="7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563EB"/>
                </a:solidFill>
                <a:latin typeface="Calibri"/>
              </a:defRPr>
            </a:pPr>
            <a:r>
              <a:t>Руска-беларускі навукова-тэхнічны даведнік для распрацоўшчыкаў ПЗ</a:t>
            </a:r>
          </a:p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Алфавітны парадак (20 слоў) · Супастаўленне лексікі · Фанетычная транскрыпцыя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650000"/>
            <a:ext cx="2350000" cy="4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000" y="3720000"/>
            <a:ext cx="2200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64748B"/>
                </a:solidFill>
              </a:rPr>
              <a:t>Сфера: </a:t>
            </a:r>
            <a:r>
              <a:rPr b="1" sz="1100">
                <a:solidFill>
                  <a:srgbClr val="0F172A"/>
                </a:solidFill>
              </a:rPr>
              <a:t>Праграмаванне і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000" y="3650000"/>
            <a:ext cx="2350000" cy="4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0000" y="3720000"/>
            <a:ext cx="2200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64748B"/>
                </a:solidFill>
              </a:rPr>
              <a:t>Аб'ём: </a:t>
            </a:r>
            <a:r>
              <a:rPr b="1" sz="1100">
                <a:solidFill>
                  <a:srgbClr val="0F172A"/>
                </a:solidFill>
              </a:rPr>
              <a:t>20 тэрмінаў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0000" y="3650000"/>
            <a:ext cx="2350000" cy="4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0000" y="3720000"/>
            <a:ext cx="2200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64748B"/>
                </a:solidFill>
              </a:rPr>
              <a:t>Сартаванне: </a:t>
            </a:r>
            <a:r>
              <a:rPr b="1" sz="1100">
                <a:solidFill>
                  <a:srgbClr val="0F172A"/>
                </a:solidFill>
              </a:rPr>
              <a:t>Па алфавіце (А — Ц)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0000" y="3650000"/>
            <a:ext cx="2350000" cy="4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0000" y="3720000"/>
            <a:ext cx="2200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64748B"/>
                </a:solidFill>
              </a:rPr>
              <a:t>Асаблівасць: </a:t>
            </a:r>
            <a:r>
              <a:rPr b="1" sz="1100">
                <a:solidFill>
                  <a:srgbClr val="0F172A"/>
                </a:solidFill>
              </a:rPr>
              <a:t>З транскрыпцыяй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000" y="4700000"/>
            <a:ext cx="3564000" cy="1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0000" y="4900000"/>
            <a:ext cx="450000" cy="35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000" y="4930000"/>
            <a:ext cx="45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0000" y="4920000"/>
            <a:ext cx="2664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Тэарэтычная частка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" y="5380000"/>
            <a:ext cx="3164000" cy="8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Што такое тэматычны слоўнік, мэта і актуальнасць стварэння ў IT-галіне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4000" y="4700000"/>
            <a:ext cx="3564000" cy="1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14000" y="4900000"/>
            <a:ext cx="450000" cy="35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4000" y="4930000"/>
            <a:ext cx="45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4000" y="4920000"/>
            <a:ext cx="2664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Слоўнікавы корпус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4000" y="5380000"/>
            <a:ext cx="3164000" cy="8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20 базавых тэрмінаў праграмавання, спарадкаваных па рускім алфавіце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28000" y="4700000"/>
            <a:ext cx="3564000" cy="1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8000" y="4900000"/>
            <a:ext cx="450000" cy="35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8000" y="4930000"/>
            <a:ext cx="45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8000" y="4920000"/>
            <a:ext cx="2664000" cy="3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Фанетычны аналіз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8000" y="5380000"/>
            <a:ext cx="3164000" cy="8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Беларуская транскрыпцыя, націскі і асноўныя фанетычныя законы мовы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000" y="250000"/>
            <a:ext cx="36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265000"/>
            <a:ext cx="36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ТЭАРЭТЫЧНЫЯ ЗВЕСТКІ І ПАНЯЦЦІ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000" y="250000"/>
            <a:ext cx="95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0000" y="265000"/>
            <a:ext cx="95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590000"/>
            <a:ext cx="8500000" cy="4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Што такое тэматычны слоўнік?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040000"/>
            <a:ext cx="95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Азначэнне, актуальнасць для IT-сферы і прынцыпы складання даведніка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6420000"/>
            <a:ext cx="11350000" cy="1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6480000"/>
            <a:ext cx="70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Тэматычны слоўнік праграміста · Беларуская навукова-тэхнічная тэрміналогія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0" y="6480000"/>
            <a:ext cx="33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20 тэрмінаў з транскрыпцыяй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" y="1400000"/>
            <a:ext cx="3564000" cy="48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0000" y="1650000"/>
            <a:ext cx="15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000" y="1670000"/>
            <a:ext cx="1500000" cy="28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АЗНАЧЭННЕ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2080000"/>
            <a:ext cx="3064000" cy="6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Што такое тэматычны слоўнік?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2750000"/>
            <a:ext cx="3064000" cy="12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2830000"/>
            <a:ext cx="2864000" cy="11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Calibri"/>
              </a:defRPr>
            </a:pPr>
            <a:r>
              <a:t>Тэматычны слоўнік — гэта спецыялізаваны лексікаграфічны даведнік, які аб'ядноўвае словы паводле агульнай тэматыкі ці галіны прафесійнай дзейнасці.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00" y="4150000"/>
            <a:ext cx="3064000" cy="19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У адрозненне ад агульных слоўнікаў, ахоплівае толькі тэрміналогію пэўнай прафесіі.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Служыць моўным інструментам для дакладнай камунікацыі спецыялістаў у сферы IT.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Адлюстроўвае сучасныя рэаліі мовы праграмавання і распрацоўкі праграмных сістэм.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000" y="1400000"/>
            <a:ext cx="3564000" cy="48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93000" y="1650000"/>
            <a:ext cx="15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3000" y="1670000"/>
            <a:ext cx="1500000" cy="28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АКТУАЛЬНАСЦЬ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3000" y="2080000"/>
            <a:ext cx="3064000" cy="6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Мэта стварэння ў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3000" y="2750000"/>
            <a:ext cx="3064000" cy="12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3000" y="2830000"/>
            <a:ext cx="2864000" cy="11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Calibri"/>
              </a:defRPr>
            </a:pPr>
            <a:r>
              <a:t>Сістэматызацыя і папулярызацыя сучаснай беларускай навукова-тэхнічнай тэрміналогіі сярод будучых інжынераў-праграмістаў.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000" y="4150000"/>
            <a:ext cx="3064000" cy="19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Замацаванне літаратурных беларускіх эквівалентаў замест неапрацаванай калькі.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Павышэнне ўзроўню прафесійнага маўлення і культуры навуковай камунікацыі.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Практычная дапамога пры беларускамоўнай лакалізацыі карыстальніцкіх інтэрфейсаў.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6000" y="1400000"/>
            <a:ext cx="3564000" cy="48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86000" y="1650000"/>
            <a:ext cx="15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6000" y="1670000"/>
            <a:ext cx="1500000" cy="28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МЕТАДАЛОГІЯ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6000" y="2080000"/>
            <a:ext cx="3064000" cy="6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Прынцыпы і структура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86000" y="2750000"/>
            <a:ext cx="3064000" cy="12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86000" y="2830000"/>
            <a:ext cx="2864000" cy="11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293B"/>
                </a:solidFill>
                <a:latin typeface="Calibri"/>
              </a:defRPr>
            </a:pPr>
            <a:r>
              <a:t>Слоўнік пабудаваны па класічных канонах лексікаграфіі з улікам спецыфікі фанетыкі беларускай мовы.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6000" y="4150000"/>
            <a:ext cx="3064000" cy="19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Алфавітная сартаванне: усе 20 слоў упарадкаваны па зыходным рускім тэрміне.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Трохкампанентная структура: Рускі тэрмін → Беларускі адпаведнік → Транскрыпцыя.</a:t>
            </a:r>
          </a:p>
          <a:p>
            <a:pPr>
              <a:spcAft>
                <a:spcPts val="800"/>
              </a:spcAft>
            </a:pPr>
            <a:r>
              <a:rPr b="1">
                <a:solidFill>
                  <a:srgbClr val="2563EB"/>
                </a:solidFill>
              </a:rPr>
              <a:t>• </a:t>
            </a:r>
            <a:r>
              <a:rPr sz="1100">
                <a:solidFill>
                  <a:srgbClr val="64748B"/>
                </a:solidFill>
              </a:rPr>
              <a:t>Фанетычны запіс: перадача вымаўлення з націскам, аканнем, дзеканнем і цвёрдасцю.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000" y="250000"/>
            <a:ext cx="36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265000"/>
            <a:ext cx="36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ТЭМАТЫЧНЫ СЛОЎНІК ПРАГРАМІСТА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000" y="250000"/>
            <a:ext cx="95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0000" y="265000"/>
            <a:ext cx="95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590000"/>
            <a:ext cx="8500000" cy="4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Тэрміны па алфавіце: А — 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040000"/>
            <a:ext cx="95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Рускі тэрмін → Беларускі навукова-тэхнічны адпаведнік → Фанетычная транскрыпцыя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6420000"/>
            <a:ext cx="11350000" cy="1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6480000"/>
            <a:ext cx="70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Тэматычны слоўнік праграміста · Беларуская навукова-тэхнічная тэрміналогія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0" y="6480000"/>
            <a:ext cx="33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20 тэрмінаў з транскрыпцыяй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" y="1400000"/>
            <a:ext cx="11350000" cy="4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000" y="1460000"/>
            <a:ext cx="6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ЛІТАРА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000" y="1460000"/>
            <a:ext cx="32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РУСКІ ТЭРМІН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1460000"/>
            <a:ext cx="34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БЕЛАРУСКІ АДПАВЕДНІК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0000" y="1460000"/>
            <a:ext cx="30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ФАНЕТЫЧНАЯ ТРАНСКРЫПЦЫЯ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000" y="192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0000" y="210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00" y="213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0000" y="211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Алгоритм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0000" y="212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0" y="211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алгарытм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00000" y="207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000" y="211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[алгарЫ́тм]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000" y="281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0000" y="299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000" y="302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0000" y="300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База данных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0000" y="301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0" y="300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база дадзеных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0000" y="296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0000" y="300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[бА́за дА́дз'эных]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000" y="370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0000" y="388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000" y="391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0000" y="389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Ветвление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0000" y="390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0000" y="389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галінаванне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00000" y="385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000" y="389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[гал'інавА́н':е]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0000" y="459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50000" y="477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000" y="480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00000" y="478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Вызов функции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0000" y="479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00000" y="478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выклік функцыі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0000" y="474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00000" y="478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[вЫ́кл'ік фУ́нкцыi̯і]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0000" y="548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50000" y="566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000" y="569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0000" y="567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Запрос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0000" y="568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00000" y="567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запыт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00000" y="563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00000" y="567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[запЫ́т]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000" y="250000"/>
            <a:ext cx="36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265000"/>
            <a:ext cx="36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ТЭМАТЫЧНЫ СЛОЎНІК ПРАГРАМІСТА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000" y="250000"/>
            <a:ext cx="95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0000" y="265000"/>
            <a:ext cx="95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590000"/>
            <a:ext cx="8500000" cy="4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Тэрміны па алфавіце: И — 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040000"/>
            <a:ext cx="95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Рускі тэрмін → Беларускі навукова-тэхнічны адпаведнік → Фанетычная транскрыпцыя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6420000"/>
            <a:ext cx="11350000" cy="1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6480000"/>
            <a:ext cx="70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Тэматычны слоўнік праграміста · Беларуская навукова-тэхнічная тэрміналогія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0" y="6480000"/>
            <a:ext cx="33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20 тэрмінаў з транскрыпцыяй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" y="1400000"/>
            <a:ext cx="11350000" cy="4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000" y="1460000"/>
            <a:ext cx="6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ЛІТАРА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000" y="1460000"/>
            <a:ext cx="32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РУСКІ ТЭРМІН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1460000"/>
            <a:ext cx="34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БЕЛАРУСКІ АДПАВЕДНІК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0000" y="1460000"/>
            <a:ext cx="30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ФАНЕТЫЧНАЯ ТРАНСКРЫПЦЫЯ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000" y="192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0000" y="210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00" y="213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0000" y="211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Исключение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0000" y="212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0" y="211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выключэнне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00000" y="207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000" y="211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[выкл'учЭ́н':е]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000" y="281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0000" y="299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000" y="302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0000" y="300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Исходный код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0000" y="301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0" y="300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зыходны код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0000" y="296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0000" y="300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[зыхО́дны кОт]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000" y="370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0000" y="388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000" y="391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0000" y="389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Компилятор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0000" y="390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0000" y="389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кампілятар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00000" y="385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000" y="389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[камп'іл'А́тар]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0000" y="459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50000" y="477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000" y="480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00000" y="478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Массив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0000" y="479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00000" y="478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масіў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0000" y="474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00000" y="478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[мас'І́ў]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0000" y="548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50000" y="566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000" y="569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0000" y="567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Наследование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0000" y="568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00000" y="567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спадкаемнасць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00000" y="563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00000" y="567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[спадкайЭ́мнас'ц']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000" y="250000"/>
            <a:ext cx="36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265000"/>
            <a:ext cx="36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ТЭМАТЫЧНЫ СЛОЎНІК ПРАГРАМІСТА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000" y="250000"/>
            <a:ext cx="95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0000" y="265000"/>
            <a:ext cx="95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590000"/>
            <a:ext cx="8500000" cy="4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Тэрміны па алфавіце: О — 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040000"/>
            <a:ext cx="95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Рускі тэрмін → Беларускі навукова-тэхнічны адпаведнік → Фанетычная транскрыпцыя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6420000"/>
            <a:ext cx="11350000" cy="1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6480000"/>
            <a:ext cx="70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Тэматычны слоўнік праграміста · Беларуская навукова-тэхнічная тэрміналогія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0" y="6480000"/>
            <a:ext cx="33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20 тэрмінаў з транскрыпцыяй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" y="1400000"/>
            <a:ext cx="11350000" cy="4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000" y="1460000"/>
            <a:ext cx="6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ЛІТАРА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000" y="1460000"/>
            <a:ext cx="32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РУСКІ ТЭРМІН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1460000"/>
            <a:ext cx="34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БЕЛАРУСКІ АДПАВЕДНІК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0000" y="1460000"/>
            <a:ext cx="30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ФАНЕТЫЧНАЯ ТРАНСКРЫПЦЫЯ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000" y="192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0000" y="210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00" y="213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0000" y="211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Обработчик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0000" y="212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0" y="211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апрацоўшчык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00000" y="207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000" y="211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[апрацО́ўшчык]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000" y="281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0000" y="299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000" y="302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0000" y="300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Отладка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0000" y="301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0" y="300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адладка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0000" y="296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0000" y="300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[адлА́тка]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000" y="370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0000" y="388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000" y="391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0000" y="389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Переменная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0000" y="390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0000" y="389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зменная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00000" y="385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000" y="389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[зм'Э́н:ая]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0000" y="459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50000" y="477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000" y="480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00000" y="478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Поток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0000" y="479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00000" y="478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паток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0000" y="474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00000" y="478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[патО́к]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0000" y="548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50000" y="566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000" y="569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0000" y="567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Разработка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0000" y="568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00000" y="567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распрацоўка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00000" y="563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00000" y="567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[распрацО́ўка]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000" y="250000"/>
            <a:ext cx="36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265000"/>
            <a:ext cx="36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ТЭМАТЫЧНЫ СЛОЎНІК ПРАГРАМІСТА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000" y="250000"/>
            <a:ext cx="95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0000" y="265000"/>
            <a:ext cx="95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590000"/>
            <a:ext cx="8500000" cy="4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Тэрміны па алфавіце: С — 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040000"/>
            <a:ext cx="95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Рускі тэрмін → Беларускі навукова-тэхнічны адпаведнік → Фанетычная транскрыпцыя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6420000"/>
            <a:ext cx="11350000" cy="1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6480000"/>
            <a:ext cx="70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Тэматычны слоўнік праграміста · Беларуская навукова-тэхнічная тэрміналогія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0" y="6480000"/>
            <a:ext cx="33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20 тэрмінаў з транскрыпцыяй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" y="1400000"/>
            <a:ext cx="11350000" cy="4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000" y="1460000"/>
            <a:ext cx="6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ЛІТАРА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000" y="1460000"/>
            <a:ext cx="32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РУСКІ ТЭРМІН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0" y="1460000"/>
            <a:ext cx="34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БЕЛАРУСКІ АДПАВЕДНІК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0000" y="1460000"/>
            <a:ext cx="3000000" cy="3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ФАНЕТЫЧНАЯ ТРАНСКРЫПЦЫЯ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000" y="192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0000" y="210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00" y="213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0000" y="211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Свойство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0000" y="212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0" y="211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уласцівасць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00000" y="207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0000" y="211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[улас'ц'І́вас'ц']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000" y="281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0000" y="299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000" y="302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0000" y="300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Среда разработки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0000" y="301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0" y="300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асяроддзе распрацоўкі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0000" y="296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0000" y="300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[ас'арО́дз':е распрацО́ўкі]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000" y="370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0000" y="388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000" y="391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0000" y="389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Условие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0000" y="390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0000" y="389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умова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00000" y="385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0000" y="389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[умО́ва]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0000" y="459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50000" y="477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000" y="480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00000" y="478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Функция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0000" y="479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00000" y="478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функцыя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00000" y="474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00000" y="478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[фУ́нкцыi̯а]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0000" y="5480000"/>
            <a:ext cx="11350000" cy="84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50000" y="5660000"/>
            <a:ext cx="520000" cy="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000" y="5690000"/>
            <a:ext cx="520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0000" y="5670000"/>
            <a:ext cx="31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Цикл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0000" y="5680000"/>
            <a:ext cx="350000" cy="45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00000" y="5670000"/>
            <a:ext cx="3400000" cy="5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D4ED8"/>
                </a:solidFill>
                <a:latin typeface="Calibri"/>
              </a:defRPr>
            </a:pPr>
            <a:r>
              <a:t>цыкл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00000" y="5630000"/>
            <a:ext cx="3000000" cy="540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00000" y="5670000"/>
            <a:ext cx="3000000" cy="4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800" b="1">
                <a:solidFill>
                  <a:srgbClr val="4338CA"/>
                </a:solidFill>
                <a:latin typeface="Calibri"/>
              </a:defRPr>
            </a:pPr>
            <a:r>
              <a:t>[цыкл]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000" y="250000"/>
            <a:ext cx="3600000" cy="30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265000"/>
            <a:ext cx="360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ПАДАГУЛЬНЕННЕ І АНАЛІЗ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000" y="250000"/>
            <a:ext cx="950000" cy="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0000" y="265000"/>
            <a:ext cx="95000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07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590000"/>
            <a:ext cx="8500000" cy="4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Фанетычныя асаблівасці і высновы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040000"/>
            <a:ext cx="9500000" cy="28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Законы беларускага вымаўлення ў тэрміналогіі праграмістаў і практычная значнасць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000" y="6420000"/>
            <a:ext cx="11350000" cy="1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6480000"/>
            <a:ext cx="70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Тэматычны слоўнік праграміста · Беларуская навукова-тэхнічная тэрміналогія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0" y="6480000"/>
            <a:ext cx="3300000" cy="26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20 тэрмінаў з транскрыпцыяй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000" y="1400000"/>
            <a:ext cx="5520000" cy="48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0000" y="1650000"/>
            <a:ext cx="2500000" cy="3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000" y="1670000"/>
            <a:ext cx="2500000" cy="28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ФАНЕТЫЧНЫЯ ЗАКОНЫ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2080000"/>
            <a:ext cx="5020000" cy="4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Законы вымаўлення ў тэрмінах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00" y="2550000"/>
            <a:ext cx="5020000" cy="35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</a:rPr>
              <a:t>• Аканне і яканне: </a:t>
            </a:r>
            <a:r>
              <a:rPr sz="1100">
                <a:solidFill>
                  <a:srgbClr val="1E293B"/>
                </a:solidFill>
              </a:rPr>
              <a:t>пераход ненаціскных [о], [э] у [а] (кампілятар [камп'іл'А́тар], паток [патО́к]); пераход [е] у [я] перад націскам (асяроддзе [ас'арО́дз':е]).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</a:rPr>
              <a:t>• Дзеканне і цеканне: </a:t>
            </a:r>
            <a:r>
              <a:rPr sz="1100">
                <a:solidFill>
                  <a:srgbClr val="1E293B"/>
                </a:solidFill>
              </a:rPr>
              <a:t>мяккія [д'], [т'] пераходзяць у афрыкаты [дз'], [ц'] (дадзеных [дА́дз'эных], уласцівасць [улас'ц'І́вас'ц']).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</a:rPr>
              <a:t>• Зацвярдзелыя гукі: </a:t>
            </a:r>
            <a:r>
              <a:rPr sz="1100">
                <a:solidFill>
                  <a:srgbClr val="1E293B"/>
                </a:solidFill>
              </a:rPr>
              <a:t>гукі [ж, ш, ч, р, ц] заўсёды цвёрдыя (цыкл [цыкл], апрацоўшчык [апрацО́ўшчык], алгарытм [алгарЫ́тм]).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</a:rPr>
              <a:t>• Падоўжаныя зычныя: </a:t>
            </a:r>
            <a:r>
              <a:rPr sz="1100">
                <a:solidFill>
                  <a:srgbClr val="1E293B"/>
                </a:solidFill>
              </a:rPr>
              <a:t>падаўжэнне мяккіх зычных паміж галоснымі (выключэнне [выкл'учЭ́н':е], галінаванне [гал'інавА́н':е], зменная [зм'Э́н:ая]).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</a:rPr>
              <a:t>• Аглушэнне зычных: </a:t>
            </a:r>
            <a:r>
              <a:rPr sz="1100">
                <a:solidFill>
                  <a:srgbClr val="1E293B"/>
                </a:solidFill>
              </a:rPr>
              <a:t>звонкія перад глухімі і на канцы аглушаюцца (адладка [адлА́тка], зыходны код [зыхО́дны кОт]).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0000" y="1400000"/>
            <a:ext cx="5520000" cy="48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0000" y="1650000"/>
            <a:ext cx="2500000" cy="3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0000" y="1670000"/>
            <a:ext cx="2500000" cy="28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ВЫСНОВЫ І ПРАКТЫКА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000" y="2080000"/>
            <a:ext cx="5020000" cy="40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Практычная значнасць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0000" y="2550000"/>
            <a:ext cx="5020000" cy="355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284C7"/>
                </a:solidFill>
              </a:rPr>
              <a:t>✓ Тэрміналагічная паўнавартаснасць: </a:t>
            </a:r>
            <a:r>
              <a:rPr sz="1100">
                <a:solidFill>
                  <a:srgbClr val="1E293B"/>
                </a:solidFill>
              </a:rPr>
              <a:t>Беларуская мова мае дасканалы лексічны арсенал для перадачы любых сучасных алгарытмічных і інфарматычных паняццяў.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284C7"/>
                </a:solidFill>
              </a:rPr>
              <a:t>✓ Адзінства фанетыкі і графікі: </a:t>
            </a:r>
            <a:r>
              <a:rPr sz="1100">
                <a:solidFill>
                  <a:srgbClr val="1E293B"/>
                </a:solidFill>
              </a:rPr>
              <a:t>Фанэтычны прынцып «як чуецца, так і пішацца» робіць беларускія тэхнічныя тэрміны натуральнымі і лёгкімі для вымаўлення.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284C7"/>
                </a:solidFill>
              </a:rPr>
              <a:t>✓ Практычнае прымяненне: </a:t>
            </a:r>
            <a:r>
              <a:rPr sz="1100">
                <a:solidFill>
                  <a:srgbClr val="1E293B"/>
                </a:solidFill>
              </a:rPr>
              <a:t>Складзены слоўнік служыць гатовым даведнікам пры распрацоўцы беларускамоўнага ПЗ, вэб-інтэрфейсаў і напісанні дакументацыі.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284C7"/>
                </a:solidFill>
              </a:rPr>
              <a:t>✓ Прафесійны рост: </a:t>
            </a:r>
            <a:r>
              <a:rPr sz="1100">
                <a:solidFill>
                  <a:srgbClr val="1E293B"/>
                </a:solidFill>
              </a:rPr>
              <a:t>Валоданне роднай прафесійнай лексікай узбагачае культуру зносін спецыяліста і пашырае межы мовы ў высокіх тэхналогіях.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